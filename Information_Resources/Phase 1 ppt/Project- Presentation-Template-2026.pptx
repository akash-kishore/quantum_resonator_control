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81" r:id="rId1"/>
  </p:sldMasterIdLst>
  <p:notesMasterIdLst>
    <p:notesMasterId r:id="rId4"/>
  </p:notesMasterIdLst>
  <p:sldIdLst>
    <p:sldId id="256" r:id="rId2"/>
    <p:sldId id="258" r:id="rId3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5"/>
      <p:bold r:id="rId6"/>
      <p:italic r:id="rId7"/>
      <p:boldItalic r:id="rId8"/>
    </p:embeddedFont>
    <p:embeddedFont>
      <p:font typeface="Century Gothic" panose="020B0502020202020204" pitchFamily="34" charset="0"/>
      <p:regular r:id="rId9"/>
      <p:bold r:id="rId10"/>
      <p:italic r:id="rId11"/>
      <p:boldItalic r:id="rId12"/>
    </p:embeddedFont>
    <p:embeddedFont>
      <p:font typeface="Wingdings 3" panose="05040102010807070707" pitchFamily="18" charset="2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rFkzVf44jlZqh5YD5en74KqWa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2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0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5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71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1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2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0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51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3190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669183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2683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064116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6450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07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90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500"/>
              <a:buFont typeface="Century Gothic"/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500"/>
              <a:buFont typeface="Century Gothic"/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500"/>
              <a:buFont typeface="Century Gothic"/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500"/>
              <a:buFont typeface="Century Gothic"/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500"/>
              <a:buFont typeface="Century Gothic"/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500"/>
              <a:buFont typeface="Century Gothic"/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500"/>
              <a:buFont typeface="Century Gothic"/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500"/>
              <a:buFont typeface="Century Gothic"/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500"/>
              <a:buFont typeface="Century Gothic"/>
              <a:buNone/>
              <a:defRPr sz="15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15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1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"/>
          <p:cNvSpPr txBox="1">
            <a:spLocks noGrp="1"/>
          </p:cNvSpPr>
          <p:nvPr>
            <p:ph type="ctrTitle"/>
          </p:nvPr>
        </p:nvSpPr>
        <p:spPr>
          <a:xfrm>
            <a:off x="691272" y="1588819"/>
            <a:ext cx="8268900" cy="71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90"/>
              <a:buFont typeface="Century Gothic"/>
              <a:buNone/>
            </a:pPr>
            <a:r>
              <a:rPr lang="en-US" sz="3300" dirty="0"/>
              <a:t>Project Title</a:t>
            </a:r>
            <a:endParaRPr sz="2400" dirty="0"/>
          </a:p>
        </p:txBody>
      </p:sp>
      <p:sp>
        <p:nvSpPr>
          <p:cNvPr id="172" name="Google Shape;172;p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ct val="100000"/>
              <a:buFont typeface="Century Gothic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73" name="Google Shape;173;p1"/>
          <p:cNvSpPr txBox="1"/>
          <p:nvPr/>
        </p:nvSpPr>
        <p:spPr>
          <a:xfrm>
            <a:off x="1596045" y="277170"/>
            <a:ext cx="75480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mbria"/>
              <a:buNone/>
            </a:pPr>
            <a:r>
              <a:rPr lang="en-US" sz="16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DAYANANDA SAGAR COLLEGE OF  ENGINEERING, BANGALORE</a:t>
            </a:r>
            <a:endParaRPr sz="1600" b="1" i="0" u="none" strike="noStrike" cap="none" dirty="0">
              <a:solidFill>
                <a:schemeClr val="accen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Electronics and Telecommunication Engineering </a:t>
            </a:r>
            <a:endParaRPr sz="16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-US" sz="16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Sem Mini Project (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22ET49</a:t>
            </a: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AY-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2025-26 </a:t>
            </a:r>
            <a:endParaRPr sz="12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74" name="Google Shape;174;p1" descr="A blue and yellow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832" y="277170"/>
            <a:ext cx="1082213" cy="108221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"/>
          <p:cNvSpPr txBox="1"/>
          <p:nvPr/>
        </p:nvSpPr>
        <p:spPr>
          <a:xfrm>
            <a:off x="1910185" y="2707367"/>
            <a:ext cx="3266480" cy="1414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2000" b="0" i="0" u="none" strike="noStrike" cap="none" dirty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2000" b="0" i="0" u="none" strike="noStrike" cap="none" dirty="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r>
              <a:rPr lang="en-US" sz="4800" i="0" u="none" strike="noStrike" cap="none" dirty="0">
                <a:solidFill>
                  <a:srgbClr val="595959"/>
                </a:solidFill>
                <a:latin typeface="Cambria"/>
                <a:ea typeface="Cambria"/>
                <a:cs typeface="Cambria"/>
                <a:sym typeface="Cambria"/>
              </a:rPr>
              <a:t>Presented by-</a:t>
            </a: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r>
              <a:rPr lang="en-US" sz="4800" dirty="0">
                <a:solidFill>
                  <a:srgbClr val="595959"/>
                </a:solidFill>
                <a:latin typeface="Cambria"/>
                <a:ea typeface="Cambria"/>
                <a:sym typeface="Cambria"/>
              </a:rPr>
              <a:t>Students Name  USN</a:t>
            </a:r>
            <a:endParaRPr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4800" b="1" i="0" u="none" strike="noStrike" cap="none" dirty="0">
              <a:solidFill>
                <a:srgbClr val="59595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5028260" y="3158380"/>
            <a:ext cx="3169803" cy="512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Guided by  with Designation– </a:t>
            </a:r>
            <a:endParaRPr sz="1800" b="0" i="0" u="none" strike="noStrike" cap="none" dirty="0">
              <a:solidFill>
                <a:srgbClr val="3F3F3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 dirty="0">
              <a:solidFill>
                <a:srgbClr val="3F3F3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 dirty="0">
              <a:solidFill>
                <a:srgbClr val="3F3F3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 dirty="0">
              <a:solidFill>
                <a:srgbClr val="3F3F3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>
            <a:spLocks noGrp="1"/>
          </p:cNvSpPr>
          <p:nvPr>
            <p:ph type="title"/>
          </p:nvPr>
        </p:nvSpPr>
        <p:spPr>
          <a:xfrm>
            <a:off x="915951" y="360858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</a:pPr>
            <a:r>
              <a:rPr lang="en-US" sz="2500"/>
              <a:t>Outline of the Presentation</a:t>
            </a:r>
            <a:endParaRPr sz="2500"/>
          </a:p>
        </p:txBody>
      </p:sp>
      <p:sp>
        <p:nvSpPr>
          <p:cNvPr id="189" name="Google Shape;189;p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6083484" cy="322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 dirty="0"/>
              <a:t>Introduction</a:t>
            </a:r>
            <a:endParaRPr sz="1900" dirty="0"/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 dirty="0"/>
              <a:t>Objectives of the project</a:t>
            </a:r>
            <a:endParaRPr sz="1900" dirty="0"/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 dirty="0"/>
              <a:t>Problem Statement</a:t>
            </a:r>
            <a:endParaRPr sz="1900" dirty="0"/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 dirty="0"/>
              <a:t>Literature Survey</a:t>
            </a:r>
            <a:endParaRPr dirty="0"/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AutoNum type="arabicPeriod"/>
            </a:pPr>
            <a:r>
              <a:rPr lang="en-US" sz="1900" dirty="0"/>
              <a:t>Tools/ Hardware /Software Components</a:t>
            </a:r>
            <a:endParaRPr sz="1900" dirty="0"/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AutoNum type="arabicPeriod"/>
            </a:pPr>
            <a:r>
              <a:rPr lang="en-US" sz="1900" dirty="0"/>
              <a:t>Block diagram</a:t>
            </a:r>
            <a:endParaRPr dirty="0"/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AutoNum type="arabicPeriod"/>
            </a:pPr>
            <a:r>
              <a:rPr lang="en-US" sz="1900"/>
              <a:t>Methodology/Flow Chart</a:t>
            </a:r>
            <a:endParaRPr dirty="0"/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AutoNum type="arabicPeriod"/>
            </a:pPr>
            <a:r>
              <a:rPr lang="en-US" sz="1900" dirty="0"/>
              <a:t>Results</a:t>
            </a:r>
            <a:endParaRPr sz="1900" dirty="0"/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 dirty="0"/>
              <a:t>Conclusion and Future Work</a:t>
            </a:r>
            <a:endParaRPr sz="1900" dirty="0"/>
          </a:p>
          <a:p>
            <a:pPr marL="457200" lvl="0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 dirty="0"/>
              <a:t> References</a:t>
            </a:r>
            <a:endParaRPr sz="1900" dirty="0"/>
          </a:p>
        </p:txBody>
      </p:sp>
      <p:sp>
        <p:nvSpPr>
          <p:cNvPr id="190" name="Google Shape;190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ct val="100000"/>
              <a:buFont typeface="Century Gothic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</TotalTime>
  <Words>68</Words>
  <Application>Microsoft Office PowerPoint</Application>
  <PresentationFormat>On-screen Show (16:9)</PresentationFormat>
  <Paragraphs>23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Cambria</vt:lpstr>
      <vt:lpstr>Noto Sans Symbols</vt:lpstr>
      <vt:lpstr>Century Gothic</vt:lpstr>
      <vt:lpstr>Calibri</vt:lpstr>
      <vt:lpstr>Arial</vt:lpstr>
      <vt:lpstr>Wingdings 3</vt:lpstr>
      <vt:lpstr>Wisp</vt:lpstr>
      <vt:lpstr>Project Title</vt:lpstr>
      <vt:lpstr>Outline of the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U25131463 Avani Khanwalkar</cp:lastModifiedBy>
  <cp:revision>3</cp:revision>
  <dcterms:modified xsi:type="dcterms:W3CDTF">2026-04-08T10:34:18Z</dcterms:modified>
</cp:coreProperties>
</file>